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f65babbc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f65babbc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f65babbc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f65babbc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f65babbc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f65babbc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f65babbc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f65babbc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FoodBridge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52555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Agentic AI for Food Waste Redistribution · CREATE-a-Thon</a:t>
            </a:r>
            <a:endParaRPr/>
          </a:p>
        </p:txBody>
      </p:sp>
      <p:pic>
        <p:nvPicPr>
          <p:cNvPr id="56" name="Google Shape;56;p13" title="LOCKUP_HORIZONTAL_25D_LIGH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3800" y="3713700"/>
            <a:ext cx="4566124" cy="108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se4ai.orgBlack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0100" y="3294950"/>
            <a:ext cx="1228800" cy="1600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Identification of Problem and Stakeholders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>Societal problem our agentic system addresses</a:t>
            </a:r>
            <a:endParaRPr/>
          </a:p>
          <a:p>
            <a:pPr/>
            <a:r>
              <a:t>Problem: Restaurants, cafeterias, and grocery stores discard edible food while many people in Toronto face food insecurity.</a:t>
            </a:r>
          </a:p>
          <a:p>
            <a:pPr/>
            <a:r>
              <a:t>Gap: Municipal organic waste is high, yet surplus food rarely reaches shelters in time due to coordination friction.</a:t>
            </a:r>
          </a:p>
          <a:p>
            <a:pPr/>
            <a:r>
              <a:t>Stakeholders: Donors (restaurants/grocers), shelters &amp; community kitchens, volunteer drivers, public health inspectors (Dinesafe), high-need communities.</a:t>
            </a:r>
          </a:p>
          <a:p>
            <a:pPr/>
            <a:r>
              <a:t>Data: Toronto Dinesafe health inspections + Canada Biomass municipal organic waste inventory (+ optional GDELT food-security signals).</a:t>
            </a:r>
          </a:p>
        </p:txBody>
      </p:sp>
      <p:pic>
        <p:nvPicPr>
          <p:cNvPr id="64" name="Google Shape;64;p14" title="CUBE_2D_LIGH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6201" y="193550"/>
            <a:ext cx="1243324" cy="141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Ethical Considerations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Ethical issues and how FoodBridge addresses them</a:t>
            </a:r>
            <a:endParaRPr/>
          </a:p>
          <a:p>
            <a:pPr/>
            <a:r>
              <a:t>Safety &amp; liability → Pass-only Dinesafe donors; reject crucial (C) infraction history.</a:t>
            </a:r>
          </a:p>
          <a:p>
            <a:pPr/>
            <a:r>
              <a:t>Fairness in allocation → Small-organization recipients prioritized in matching queue.</a:t>
            </a:r>
          </a:p>
          <a:p>
            <a:pPr/>
            <a:r>
              <a:t>Transparency → Each agent logs decision steps (rule, input, outcome) in the dashboard.</a:t>
            </a:r>
          </a:p>
          <a:p>
            <a:pPr/>
            <a:r>
              <a:t>Privacy → Aggregate need data only; no individual beneficiary tracking.</a:t>
            </a:r>
          </a:p>
          <a:p>
            <a:pPr/>
            <a:r>
              <a:t>Small org exclusion → Quota-style priority prevents large hubs from dominating pickups.</a:t>
            </a:r>
          </a:p>
          <a:p>
            <a:pPr/>
            <a:r>
              <a:t>Environmental tradeoffs → Route optimizer vs. random routing disclosed; split runs if &gt;25 km.</a:t>
            </a:r>
          </a:p>
          <a:p>
            <a:pPr/>
            <a:r>
              <a:t>Accountability → Ethics Guardian enforces human coordinator approval before dispatch.</a:t>
            </a:r>
          </a:p>
        </p:txBody>
      </p:sp>
      <p:pic>
        <p:nvPicPr>
          <p:cNvPr id="71" name="Google Shape;71;p15" title="CUBE_2D_LIGH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6201" y="193550"/>
            <a:ext cx="1243324" cy="141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Proof-of-Concept: Multi-Agent Architecture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Seven specialized agents, orchestrated with transparent decision logs</a:t>
            </a:r>
            <a:endParaRPr/>
          </a:p>
          <a:p>
            <a:pPr/>
            <a:r>
              <a:t>Surplus Estimator — predicts daily kg surplus from Biomass + establishment type</a:t>
            </a:r>
          </a:p>
          <a:p>
            <a:pPr/>
            <a:r>
              <a:t>Need Prioritizer — ranks regions using GDELT + Biomass organic-waste signals</a:t>
            </a:r>
          </a:p>
          <a:p>
            <a:pPr/>
            <a:r>
              <a:t>Ethics &amp; Donor Scout — screens Dinesafe Pass-only donors</a:t>
            </a:r>
          </a:p>
          <a:p>
            <a:pPr/>
            <a:r>
              <a:t>Matcher — pairs donors to nearest high-need shelters; fairness tiers</a:t>
            </a:r>
          </a:p>
          <a:p>
            <a:pPr/>
            <a:r>
              <a:t>Logistics Planner — nearest-neighbor pickup/delivery route</a:t>
            </a:r>
          </a:p>
          <a:p>
            <a:pPr/>
            <a:r>
              <a:t>Timing Negotiator — auto-negotiates evening pickup windows</a:t>
            </a:r>
          </a:p>
          <a:p>
            <a:pPr/>
            <a:r>
              <a:t>Ethics Guardian — final fairness audit &amp; approval gate</a:t>
            </a:r>
          </a:p>
          <a:p>
            <a:pPr/>
            <a:r>
              <a:t>Deliverables: FastAPI web app (map + audit trail), CLI, REST API — github.com/kawsarahmedbhuiyan/food-bridge</a:t>
            </a:r>
          </a:p>
        </p:txBody>
      </p:sp>
      <p:pic>
        <p:nvPicPr>
          <p:cNvPr id="78" name="Google Shape;78;p16" title="CUBE_2D_LIGH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6201" y="193550"/>
            <a:ext cx="1243324" cy="141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Scalability &amp; Impact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How readily could this scale across industries and regions?</a:t>
            </a:r>
            <a:endParaRPr/>
          </a:p>
          <a:p>
            <a:pPr/>
            <a:r>
              <a:t>Geographic: Replace Dinesafe with any city's inspection open data; Biomass grids cover Canada.</a:t>
            </a:r>
          </a:p>
          <a:p>
            <a:pPr/>
            <a:r>
              <a:t>Technical: Modular agents — plug in live inventory APIs, OR-Tools routing, or SMS negotiation.</a:t>
            </a:r>
          </a:p>
          <a:p>
            <a:pPr/>
            <a:r>
              <a:t>Operational: Web dashboard + /api/plan for food-bank CRM and volunteer dispatch integration.</a:t>
            </a:r>
          </a:p>
          <a:p>
            <a:pPr/>
            <a:r>
              <a:t>Impact: Less edible waste to landfill, faster rescue windows, documented ethical decisions.</a:t>
            </a:r>
          </a:p>
          <a:p>
            <a:pPr/>
            <a:r>
              <a:t>Live demo: uvicorn web.app:app → select region → Run planning → map, matches, route, schedule.</a:t>
            </a:r>
          </a:p>
        </p:txBody>
      </p:sp>
      <p:pic>
        <p:nvPicPr>
          <p:cNvPr id="85" name="Google Shape;85;p17" title="CUBE_2D_LIGH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6201" y="193550"/>
            <a:ext cx="1243324" cy="141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