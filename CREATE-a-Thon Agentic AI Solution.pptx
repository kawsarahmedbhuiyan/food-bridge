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f65babbc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f65babbc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f65babbc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f65babbc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f65babbc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f65babbc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f65babbc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f65babbc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of your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2555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Subtitle or tagline goes here</a:t>
            </a:r>
            <a:endParaRPr/>
          </a:p>
        </p:txBody>
      </p:sp>
      <p:pic>
        <p:nvPicPr>
          <p:cNvPr id="56" name="Google Shape;56;p13" title="LOCKUP_HORIZONTAL_25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800" y="3713700"/>
            <a:ext cx="4566124" cy="108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se4ai.orgBlack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0100" y="3294950"/>
            <a:ext cx="1228800" cy="1600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Identification of Problem and Stakeholders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precisely define the societal problem or issue.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problem or issue will your solution address?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Who are the stakeholders and/or community members who will be impacted?</a:t>
            </a:r>
            <a:endParaRPr/>
          </a:p>
        </p:txBody>
      </p:sp>
      <p:pic>
        <p:nvPicPr>
          <p:cNvPr id="64" name="Google Shape;64;p14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Considerations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ethical issues at play?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does your agentic solution address any concerns around privacy, bias, accountability, safety, transparency, etc?</a:t>
            </a:r>
            <a:endParaRPr/>
          </a:p>
        </p:txBody>
      </p:sp>
      <p:pic>
        <p:nvPicPr>
          <p:cNvPr id="71" name="Google Shape;71;p15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 Slide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explain your proof-of-concept agentic solution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may include any technical details about your architecture, orchestration, scalability</a:t>
            </a:r>
            <a:endParaRPr/>
          </a:p>
        </p:txBody>
      </p:sp>
      <p:pic>
        <p:nvPicPr>
          <p:cNvPr id="78" name="Google Shape;78;p16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 Slide - Scalability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for any charts, graphs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scalable is your solution?  How readily could your solution be scaled in industry or the public sector?</a:t>
            </a:r>
            <a:endParaRPr/>
          </a:p>
        </p:txBody>
      </p:sp>
      <p:pic>
        <p:nvPicPr>
          <p:cNvPr id="85" name="Google Shape;85;p17" title="CUBE_2D_LIGH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6201" y="193550"/>
            <a:ext cx="1243324" cy="14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