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FoodBridge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CCE8E8"/>
                </a:solidFill>
                <a:latin typeface="Calibri"/>
              </a:defRPr>
            </a:pPr>
            <a:r>
              <a:t>Agentic AI for Food Waste Redistribution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CREATE-a-Thon  ·  Toronto  ·  Multi-Agent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EEEA"/>
                </a:solidFill>
                <a:latin typeface="Calibri"/>
              </a:defRPr>
            </a:pPr>
            <a:r>
              <a:t>Connecting surplus food to communities in need — safely, fairly, and transparently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09728" cy="5623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E8E8"/>
                </a:solidFill>
                <a:latin typeface="Calibri"/>
              </a:defRPr>
            </a:pPr>
            <a:r>
              <a:t>Food waste and hunger coexist in the same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2E2E"/>
                </a:solidFill>
                <a:latin typeface="Calibri"/>
              </a:defRPr>
            </a:pPr>
            <a:r>
              <a:t>Restaurants &amp; grocers discard edible surplus every day</a:t>
            </a:r>
          </a:p>
          <a:p>
            <a:pPr>
              <a:spcAft>
                <a:spcPts val="600"/>
              </a:spcAft>
              <a:defRPr sz="1700">
                <a:solidFill>
                  <a:srgbClr val="1A2E2E"/>
                </a:solidFill>
                <a:latin typeface="Calibri"/>
              </a:defRPr>
            </a:pPr>
            <a:r>
              <a:t>Shelters &amp; community kitchens lack reliable supply</a:t>
            </a:r>
          </a:p>
          <a:p>
            <a:pPr>
              <a:spcAft>
                <a:spcPts val="600"/>
              </a:spcAft>
              <a:defRPr sz="1700">
                <a:solidFill>
                  <a:srgbClr val="1A2E2E"/>
                </a:solidFill>
                <a:latin typeface="Calibri"/>
              </a:defRPr>
            </a:pPr>
            <a:r>
              <a:t>No coordinator links donors, need, safety &amp; logistics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5C5C"/>
                </a:solidFill>
                <a:latin typeface="Calibri"/>
              </a:defRPr>
            </a:pPr>
            <a:r>
              <a:t>Who is impacted?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26060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73152" cy="1051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389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Restaurants &amp; grocers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54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Potential donors with surplus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4251960"/>
            <a:ext cx="26060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4251960"/>
            <a:ext cx="73152" cy="1051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4389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Community kitchens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754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Recipients serving meals daily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86400"/>
            <a:ext cx="26060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486400"/>
            <a:ext cx="73152" cy="1051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6235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Volunteer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989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Pickup &amp; delivery logistics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5486400"/>
            <a:ext cx="26060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5486400"/>
            <a:ext cx="73152" cy="1051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56235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City &amp; NGOs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5989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Policy, funding, oversight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00200"/>
            <a:ext cx="5303520" cy="45720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5C5C"/>
                </a:solidFill>
                <a:latin typeface="Calibri"/>
              </a:defRPr>
            </a:pPr>
            <a:r>
              <a:t>The gap we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D4654A"/>
                </a:solidFill>
                <a:latin typeface="Calibri"/>
              </a:defRPr>
            </a:pPr>
            <a:r>
              <a:t>Surplus food  →  ?  →  Hungry communities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49039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A2E2E"/>
                </a:solidFill>
                <a:latin typeface="Calibri"/>
              </a:defRPr>
            </a:pPr>
            <a:r>
              <a:t>FoodBridge replaces the “?” with a pipeline of specialized AI agents — each using real Toronto &amp; Canada datasets to plan safe, auditable food rescue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09728" cy="5623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Ethical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E8E8"/>
                </a:solidFill>
                <a:latin typeface="Calibri"/>
              </a:defRPr>
            </a:pPr>
            <a:r>
              <a:t>Safety, fairness, and human oversight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2057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10312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Dinesafe Pass-only donors</a:t>
            </a:r>
            <a:br/>
            <a:r>
              <a:t>Crucial infractions excluded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73152" cy="20574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Fairness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Small orgs prioritized</a:t>
            </a:r>
            <a:br/>
            <a:r>
              <a:t>Chain donor caps enforced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2057400"/>
          </a:xfrm>
          <a:prstGeom prst="rect">
            <a:avLst/>
          </a:prstGeom>
          <a:solidFill>
            <a:srgbClr val="2D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0312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Step-level audit trail</a:t>
            </a:r>
            <a:br/>
            <a:r>
              <a:t>Every agent decision logged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73152" cy="20574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0690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43484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Aggregate need data only</a:t>
            </a:r>
            <a:br/>
            <a:r>
              <a:t>No individual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3192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73152" cy="2057400"/>
          </a:xfrm>
          <a:prstGeom prst="rect">
            <a:avLst/>
          </a:prstGeom>
          <a:solidFill>
            <a:srgbClr val="C9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40690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43484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Ethics Guardian final gate</a:t>
            </a:r>
            <a:br/>
            <a:r>
              <a:t>Human approval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931920"/>
            <a:ext cx="3520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931920"/>
            <a:ext cx="73152" cy="2057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40690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Bias mitigation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43484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Rule-based scoring</a:t>
            </a:r>
            <a:br/>
            <a:r>
              <a:t>Auditable match reasons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09728" cy="5623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E8E8"/>
                </a:solidFill>
                <a:latin typeface="Calibri"/>
              </a:defRPr>
            </a:pPr>
            <a:r>
              <a:t>Six specialized agents · Four real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5C5C"/>
                </a:solidFill>
                <a:latin typeface="Calibri"/>
              </a:defRPr>
            </a:pPr>
            <a:r>
              <a:t>Agent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" cy="530352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59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1  Surplus Estimator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7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32887"/>
            <a:ext cx="54864" cy="530352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7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2  Need Prioritizer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91255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91255"/>
            <a:ext cx="54864" cy="530352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82695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3  Donor Scout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9623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9623"/>
            <a:ext cx="54864" cy="530352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41063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4  Matcher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07991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507991"/>
            <a:ext cx="54864" cy="530352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1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5  Logistics Planner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66359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166359"/>
            <a:ext cx="54864" cy="530352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57799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E2E"/>
                </a:solidFill>
                <a:latin typeface="Calibri"/>
              </a:defRPr>
            </a:pPr>
            <a:r>
              <a:t>6  Ethics Guardian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508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5C5C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874519"/>
            <a:ext cx="3200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1874519"/>
            <a:ext cx="73152" cy="914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2011679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Dinesafe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2377439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Safe donors + coordinates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971799"/>
            <a:ext cx="3200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46320" y="2971799"/>
            <a:ext cx="73152" cy="914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3108959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Biomass Canada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3474719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Organic waste hotspots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069079"/>
            <a:ext cx="3200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4069079"/>
            <a:ext cx="73152" cy="914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4206239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GDELT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71999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Food-security signals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166359"/>
            <a:ext cx="3200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5166359"/>
            <a:ext cx="73152" cy="91440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5303519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7488" y="5669279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Disruption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1508760"/>
            <a:ext cx="3383280" cy="484632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16916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it flows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21945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Biomass + Supply → Surplus scores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28803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GDELT → Priority zones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5661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Dinesafe → Safe donors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2519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Matcher → Donor ↔ Kitchen pairs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49377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Logistics → Pickup route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56235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E8E8"/>
                </a:solidFill>
                <a:latin typeface="Calibri"/>
              </a:defRPr>
            </a:pPr>
            <a:r>
              <a:t>→  Ethics → Human sign-off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09728" cy="5623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E8E8"/>
                </a:solidFill>
                <a:latin typeface="Calibri"/>
              </a:defRPr>
            </a:pPr>
            <a:r>
              <a:t>CLI + Web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12064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256032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Command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48006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python main.py --region Scarborough --top 3</a:t>
            </a:r>
            <a:br/>
            <a:br/>
            <a:r>
              <a:t>Runs the full agent pipeline and prints priority zone, matches, route, and ethics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3949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73152" cy="256032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3736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03120"/>
            <a:ext cx="507492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uvicorn web.app:app --port 8000</a:t>
            </a:r>
            <a:br/>
            <a:br/>
            <a:r>
              <a:t>Interactive map, agent pipeline view, match cards, pickup route, and ethics panel.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5C5C"/>
                </a:solidFill>
                <a:latin typeface="Calibri"/>
              </a:defRPr>
            </a:pPr>
            <a:r>
              <a:t>Example output:  AL-MINA HALAL GROCERY  →  Downtown Emergency Kitchen</a:t>
            </a:r>
            <a:br/>
            <a:r>
              <a:t>Score 0.81  ·  6.4 km  ·  Dinesafe Pass  ·  Ethics approved  ·  Awaiting human dispatch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09728" cy="562356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E8E8"/>
                </a:solidFill>
                <a:latin typeface="Calibri"/>
              </a:defRPr>
            </a:pPr>
            <a:r>
              <a:t>From hackathon prototype to city-wide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52044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2926080"/>
          </a:xfrm>
          <a:prstGeom prst="rect">
            <a:avLst/>
          </a:prstGeom>
          <a:solidFill>
            <a:srgbClr val="0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Today —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103120"/>
            <a:ext cx="3200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Toronto Dinesafe + Biomass</a:t>
            </a:r>
            <a:br/>
            <a:r>
              <a:t>6-agent orchestrator</a:t>
            </a:r>
            <a:br/>
            <a:r>
              <a:t>CLI &amp; web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52044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73152" cy="292608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Next —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3200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Partner with 2–3 kitchens</a:t>
            </a:r>
            <a:br/>
            <a:r>
              <a:t>Real-time donor SMS alerts</a:t>
            </a:r>
            <a:br/>
            <a:r>
              <a:t>Volunteer driver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352044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2926080"/>
          </a:xfrm>
          <a:prstGeom prst="rect">
            <a:avLst/>
          </a:prstGeom>
          <a:solidFill>
            <a:srgbClr val="2D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37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5C5C"/>
                </a:solidFill>
                <a:latin typeface="Calibri"/>
              </a:defRPr>
            </a:pPr>
            <a:r>
              <a:t>Scale — City / Industry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03120"/>
            <a:ext cx="3200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B6B"/>
                </a:solidFill>
                <a:latin typeface="Calibri"/>
              </a:defRPr>
            </a:pPr>
            <a:r>
              <a:t>Multi-city dataset adapters</a:t>
            </a:r>
            <a:br/>
            <a:r>
              <a:t>API for NGOs &amp; grocers</a:t>
            </a:r>
            <a:br/>
            <a:r>
              <a:t>Municipal waste-reduction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5C6B6B"/>
                </a:solidFill>
                <a:latin typeface="Calibri"/>
              </a:defRPr>
            </a:pPr>
            <a:r>
              <a:t>Modular agents swap datasets per city.  HuggingFace pipelines refresh need signals daily.</a:t>
            </a:r>
            <a:br/>
            <a:r>
              <a:t>Public-sector fit: food security programs, waste diversion targets, Dinesafe integration.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0F5C5C"/>
                </a:solidFill>
                <a:latin typeface="Calibri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FoodBridge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CCE8E8"/>
                </a:solidFill>
                <a:latin typeface="Calibri"/>
              </a:defRPr>
            </a:pPr>
            <a:r>
              <a:t>Biomass finds waste hotspots  ·  GDELT finds hunger hotspots</a:t>
            </a:r>
            <a:br/>
            <a:r>
              <a:t>Dinesafe finds safe donors  ·  Agents build a fair pickup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754880"/>
            <a:ext cx="2103120" cy="54864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